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313" r:id="rId63"/>
    <p:sldId id="314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432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63" Type="http://schemas.openxmlformats.org/officeDocument/2006/relationships/slide" Target="slides/slide58.xml"/><Relationship Id="rId64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F8CE-AE2C-EBBE-DE4B-C5C25524D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5EDCB-02C7-43C2-CDA5-A65BEAED8F10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7C62529B-78B5-321E-33B7-94B294D656F7}"/>
              </a:ext>
            </a:extLst>
          </p:cNvPr>
          <p:cNvGrpSpPr/>
          <p:nvPr/>
        </p:nvGrpSpPr>
        <p:grpSpPr>
          <a:xfrm>
            <a:off x="3548958" y="1602463"/>
            <a:ext cx="1828800" cy="914400"/>
            <a:chOff x="3548958" y="1602463"/>
            <a:chExt cx="1828800" cy="9144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38FC1F47-2402-A71D-D160-A31C78DBADA6}"/>
                </a:ext>
              </a:extLst>
            </p:cNvPr>
            <p:cNvSpPr/>
            <p:nvPr/>
          </p:nvSpPr>
          <p:spPr>
            <a:xfrm>
              <a:off x="3548958" y="1602463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9C6DD1F-1CCC-78E9-F773-258B981CEFDC}"/>
                </a:ext>
              </a:extLst>
            </p:cNvPr>
            <p:cNvSpPr/>
            <p:nvPr/>
          </p:nvSpPr>
          <p:spPr>
            <a:xfrm>
              <a:off x="4463358" y="1602463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6077779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F8CE-AE2C-EBBE-DE4B-C5C25524D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5EDCB-02C7-43C2-CDA5-A65BEAED8F10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7C62529B-78B5-321E-33B7-94B294D656F7}"/>
              </a:ext>
            </a:extLst>
          </p:cNvPr>
          <p:cNvGrpSpPr/>
          <p:nvPr/>
        </p:nvGrpSpPr>
        <p:grpSpPr>
          <a:xfrm>
            <a:off x="3548958" y="1602463"/>
            <a:ext cx="1828800" cy="914400"/>
            <a:chOff x="3548958" y="1602463"/>
            <a:chExt cx="1828800" cy="9144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38FC1F47-2402-A71D-D160-A31C78DBADA6}"/>
                </a:ext>
              </a:extLst>
            </p:cNvPr>
            <p:cNvSpPr/>
            <p:nvPr/>
          </p:nvSpPr>
          <p:spPr>
            <a:xfrm>
              <a:off x="3548958" y="1602463"/>
              <a:ext cx="914400" cy="914400"/>
            </a:xfrm>
            <a:prstGeom prst="ellipse">
              <a:avLst/>
            </a:prstGeom>
          </p:spPr>
          <p:style>
            <a:lnRef idx="1">
              <a:schemeClr val="accent1">
                <a:alpha val="50000"/>
              </a:schemeClr>
            </a:lnRef>
            <a:fillRef idx="3">
              <a:schemeClr val="accent1">
                <a:alpha val="50000"/>
              </a:schemeClr>
            </a:fillRef>
            <a:effectRef idx="2">
              <a:schemeClr val="accent1"/>
            </a:effectRef>
            <a:fontRef idx="minor">
              <a:schemeClr val="lt1">
                <a:alpha val="50000"/>
              </a:schemeClr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9C6DD1F-1CCC-78E9-F773-258B981CEFDC}"/>
                </a:ext>
              </a:extLst>
            </p:cNvPr>
            <p:cNvSpPr/>
            <p:nvPr/>
          </p:nvSpPr>
          <p:spPr>
            <a:xfrm>
              <a:off x="4463358" y="1602463"/>
              <a:ext cx="914400" cy="914400"/>
            </a:xfrm>
            <a:prstGeom prst="rect">
              <a:avLst/>
            </a:prstGeom>
          </p:spPr>
          <p:style>
            <a:lnRef idx="1">
              <a:schemeClr val="accent1">
                <a:alpha val="50000"/>
              </a:schemeClr>
            </a:lnRef>
            <a:fillRef idx="3">
              <a:schemeClr val="accent1">
                <a:alpha val="50000"/>
              </a:schemeClr>
            </a:fillRef>
            <a:effectRef idx="2">
              <a:schemeClr val="accent1"/>
            </a:effectRef>
            <a:fontRef idx="minor">
              <a:schemeClr val="lt1">
                <a:alpha val="50000"/>
              </a:schemeClr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607777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>
  <dc:title>Minimal office2pdf reproduction: shape-opacity</dc:title>
</cp:coreProperties>
</file>