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2540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ption Big"/>
          <p:cNvSpPr txBox="1"/>
          <p:nvPr/>
        </p:nvSpPr>
        <p:spPr>
          <a:xfrm>
            <a:off x="508000" y="571500"/>
            <a:ext cx="3048000" cy="15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lvl1pPr>
              <a:defRPr sz="2800">
                <a:latin typeface="Arial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latin typeface="Arial"/>
              </a:rPr>
              <a:t>HxgBiga</a:t>
            </a:r>
            <a:br>
              <a:rPr lang="en-US" sz="2800">
                <a:latin typeface="Arial"/>
              </a:rPr>
            </a:br>
            <a:r>
              <a:rPr lang="en-US" sz="1400">
                <a:latin typeface="Arial"/>
              </a:rPr>
              <a:t>HxgBigb</a:t>
            </a:r>
            <a:br>
              <a:rPr lang="en-US" sz="2800">
                <a:latin typeface="Arial"/>
              </a:rPr>
            </a:br>
            <a:r>
              <a:rPr lang="en-US" sz="1400">
                <a:latin typeface="Arial"/>
              </a:rPr>
              <a:t>HxgBigc</a:t>
            </a:r>
            <a:br>
              <a:rPr lang="en-US" sz="2800">
                <a:latin typeface="Arial"/>
              </a:rPr>
            </a:br>
            <a:r>
              <a:rPr lang="en-US" sz="1400">
                <a:latin typeface="Arial"/>
              </a:rPr>
              <a:t>HxgBigd</a:t>
            </a:r>
          </a:p>
        </p:txBody>
      </p:sp>
      <p:sp>
        <p:nvSpPr>
          <p:cNvPr id="3" name="Caption Non"/>
          <p:cNvSpPr txBox="1"/>
          <p:nvPr/>
        </p:nvSpPr>
        <p:spPr>
          <a:xfrm>
            <a:off x="3810000" y="571500"/>
            <a:ext cx="3048000" cy="15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lvl1pPr>
              <a:defRPr sz="2800">
                <a:latin typeface="Arial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latin typeface="Arial"/>
              </a:rPr>
              <a:t>HxgNona</a:t>
            </a:r>
            <a:br/>
            <a:r>
              <a:rPr lang="en-US" sz="1000">
                <a:latin typeface="Arial"/>
              </a:rPr>
              <a:t>HxgNonb</a:t>
            </a:r>
            <a:br/>
            <a:r>
              <a:rPr lang="en-US" sz="1000">
                <a:latin typeface="Arial"/>
              </a:rPr>
              <a:t>HxgNonc</a:t>
            </a:r>
            <a:br/>
            <a:r>
              <a:rPr lang="en-US" sz="1000">
                <a:latin typeface="Arial"/>
              </a:rPr>
              <a:t>HxgNond</a:t>
            </a:r>
          </a:p>
        </p:txBody>
      </p:sp>
      <p:sp>
        <p:nvSpPr>
          <p:cNvPr id="4" name="Caption Bar"/>
          <p:cNvSpPr txBox="1"/>
          <p:nvPr/>
        </p:nvSpPr>
        <p:spPr>
          <a:xfrm>
            <a:off x="7112000" y="571500"/>
            <a:ext cx="3048000" cy="15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lvl1pPr>
              <a:defRPr sz="2800">
                <a:latin typeface="Arial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latin typeface="Arial"/>
              </a:rPr>
              <a:t>HxgBara</a:t>
            </a:r>
            <a:br>
              <a:rPr lang="en-US"/>
            </a:br>
            <a:r>
              <a:rPr lang="en-US" sz="1200">
                <a:latin typeface="Arial"/>
              </a:rPr>
              <a:t>HxgBarb</a:t>
            </a:r>
            <a:br>
              <a:rPr lang="en-US"/>
            </a:br>
            <a:r>
              <a:rPr lang="en-US" sz="1200">
                <a:latin typeface="Arial"/>
              </a:rPr>
              <a:t>HxgBarc</a:t>
            </a:r>
            <a:br>
              <a:rPr lang="en-US"/>
            </a:br>
            <a:r>
              <a:rPr lang="en-US" sz="1200">
                <a:latin typeface="Arial"/>
              </a:rPr>
              <a:t>HxgBard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