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2.xml" ContentType="application/vnd.openxmlformats-officedocument.presentationml.slide+xml"/>
  <Override PartName="/ppt/slides/slide6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sldIdLst>
    <p:sldId id="317" r:id="rId67"/>
    <p:sldId id="319" r:id="rId6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2" d="100"/>
          <a:sy n="112" d="100"/>
        </p:scale>
        <p:origin x="432" y="10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67" Type="http://schemas.openxmlformats.org/officeDocument/2006/relationships/slide" Target="slides/slide62.xml"/><Relationship Id="rId69" Type="http://schemas.openxmlformats.org/officeDocument/2006/relationships/slide" Target="slides/slide6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14A71-0F78-D826-FA67-5AADAFACC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CC6236-8C61-6AD7-5D8A-B93CFD227D35}"/>
              </a:ext>
            </a:extLst>
          </p:cNvPr>
          <p:cNvSpPr/>
          <p:nvPr/>
        </p:nvSpPr>
        <p:spPr>
          <a:xfrm>
            <a:off x="2632105" y="1290415"/>
            <a:ext cx="2273181" cy="1486968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502725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81986-A5A5-F68B-5FBA-10BB3410E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30CF9F-EDC6-3D5F-E541-0A73498A3BC0}"/>
              </a:ext>
            </a:extLst>
          </p:cNvPr>
          <p:cNvSpPr/>
          <p:nvPr/>
        </p:nvSpPr>
        <p:spPr>
          <a:xfrm>
            <a:off x="2632105" y="1290415"/>
            <a:ext cx="2273181" cy="1486968"/>
          </a:xfrm>
          <a:prstGeom prst="rect">
            <a:avLst/>
          </a:prstGeom>
          <a:noFill/>
          <a:ln w="889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1008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2</Slides>
</Properties>
</file>

<file path=docProps/core.xml><?xml version="1.0" encoding="utf-8"?>
<cp:coreProperties xmlns:cp="http://schemas.openxmlformats.org/package/2006/metadata/core-properties" xmlns:dc="http://purl.org/dc/elements/1.1/">
  <dc:title>Minimal office2pdf reproduction: no-fill</dc:title>
</cp:coreProperties>
</file>