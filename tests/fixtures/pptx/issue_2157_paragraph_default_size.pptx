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432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2 — paragraphes dans une zone de 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Ligne 0 : visible </a:t>
            </a:r>
            <a:r>
              <a:rPr dirty="0" err="1"/>
              <a:t>dès</a:t>
            </a:r>
            <a:r>
              <a:rPr dirty="0"/>
              <a:t> le </a:t>
            </a:r>
            <a:r>
              <a:rPr dirty="0" err="1"/>
              <a:t>départ</a:t>
            </a:r>
            <a:endParaRPr dirty="0"/>
          </a:p>
          <a:p>
            <a:pPr>
              <a:defRPr sz="2400"/>
            </a:pPr>
            <a:r>
              <a:rPr dirty="0"/>
              <a:t>Ligne 1 : </a:t>
            </a:r>
            <a:r>
              <a:rPr dirty="0" err="1"/>
              <a:t>apparaît</a:t>
            </a:r>
            <a:r>
              <a:rPr dirty="0"/>
              <a:t> au </a:t>
            </a:r>
            <a:r>
              <a:rPr dirty="0" err="1"/>
              <a:t>clic</a:t>
            </a:r>
            <a:endParaRPr dirty="0"/>
          </a:p>
          <a:p>
            <a:pPr>
              <a:defRPr sz="2400"/>
            </a:pPr>
            <a:r>
              <a:rPr dirty="0"/>
              <a:t>Ligne 2 : </a:t>
            </a:r>
            <a:r>
              <a:rPr dirty="0" err="1"/>
              <a:t>apparaît</a:t>
            </a:r>
            <a:r>
              <a:rPr dirty="0"/>
              <a:t> with previous sans </a:t>
            </a:r>
            <a:r>
              <a:rPr dirty="0" err="1"/>
              <a:t>délai</a:t>
            </a:r>
            <a:endParaRPr dirty="0"/>
          </a:p>
          <a:p>
            <a:pPr>
              <a:defRPr sz="2400"/>
            </a:pPr>
            <a:r>
              <a:rPr dirty="0"/>
              <a:t>Ligne 3 : </a:t>
            </a:r>
            <a:r>
              <a:rPr dirty="0" err="1"/>
              <a:t>apparaît</a:t>
            </a:r>
            <a:r>
              <a:rPr dirty="0"/>
              <a:t> with previous avec </a:t>
            </a:r>
            <a:r>
              <a:rPr dirty="0" err="1"/>
              <a:t>délai</a:t>
            </a:r>
            <a:endParaRPr dirty="0"/>
          </a:p>
          <a:p>
            <a:pPr>
              <a:defRPr sz="2400"/>
            </a:pPr>
            <a:r>
              <a:rPr dirty="0"/>
              <a:t>Ligne 4 : </a:t>
            </a:r>
            <a:r>
              <a:rPr dirty="0" err="1"/>
              <a:t>apparaît</a:t>
            </a:r>
            <a:r>
              <a:rPr dirty="0"/>
              <a:t> after previous</a:t>
            </a:r>
          </a:p>
          <a:p>
            <a:pPr>
              <a:buClr>
                <a:srgbClr val="FFFFFF">
                  <a:alpha val="0"/>
                </a:srgbClr>
              </a:buClr>
              <a:defRPr sz="2400"/>
            </a:pPr>
            <a:r>
              <a:rPr dirty="0">
                <a:solidFill>
                  <a:srgbClr val="FFFFFF">
                    <a:alpha val="0"/>
                  </a:srgbClr>
                </a:solidFill>
              </a:rPr>
              <a:t>Ligne 5 : </a:t>
            </a:r>
            <a:r>
              <a:rPr dirty="0" err="1">
                <a:solidFill>
                  <a:srgbClr val="FFFFFF">
                    <a:alpha val="0"/>
                  </a:srgbClr>
                </a:solidFill>
              </a:rPr>
              <a:t>disparaît</a:t>
            </a:r>
            <a:r>
              <a:rPr dirty="0">
                <a:solidFill>
                  <a:srgbClr val="FFFFFF">
                    <a:alpha val="0"/>
                  </a:srgbClr>
                </a:solidFill>
              </a:rPr>
              <a:t> au </a:t>
            </a:r>
            <a:r>
              <a:rPr dirty="0" err="1">
                <a:solidFill>
                  <a:srgbClr val="FFFFFF">
                    <a:alpha val="0"/>
                  </a:srgbClr>
                </a:solidFill>
              </a:rPr>
              <a:t>clic</a:t>
            </a:r>
            <a:endParaRPr dirty="0">
              <a:solidFill>
                <a:srgbClr val="FFFFFF">
                  <a:alpha val="0"/>
                </a:srgb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Minimal office2pdf reproduction: font-size</dc:title>
</cp:coreProperties>
</file>