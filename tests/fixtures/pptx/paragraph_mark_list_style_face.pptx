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aption 11pt"/>
          <p:cNvSpPr txBox="1"/>
          <p:nvPr/>
        </p:nvSpPr>
        <p:spPr>
          <a:xfrm>
            <a:off x="457200" y="4572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>
                <a:latin typeface="Arial"/>
              </a:rPr>
              <a:t>Ha</a:t>
            </a:r>
          </a:p>
        </p:txBody>
      </p:sp>
      <p:sp>
        <p:nvSpPr>
          <p:cNvPr id="11" name="Caption 13pt"/>
          <p:cNvSpPr txBox="1"/>
          <p:nvPr/>
        </p:nvSpPr>
        <p:spPr>
          <a:xfrm>
            <a:off x="3200400" y="4572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>
                <a:latin typeface="Arial"/>
              </a:rPr>
              <a:t>Hb</a:t>
            </a:r>
          </a:p>
        </p:txBody>
      </p:sp>
      <p:sp>
        <p:nvSpPr>
          <p:cNvPr id="12" name="Caption 17pt"/>
          <p:cNvSpPr txBox="1"/>
          <p:nvPr/>
        </p:nvSpPr>
        <p:spPr>
          <a:xfrm>
            <a:off x="5943600" y="4572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>
                <a:latin typeface="Arial"/>
              </a:rPr>
              <a:t>Hc</a:t>
            </a:r>
          </a:p>
        </p:txBody>
      </p:sp>
      <p:sp>
        <p:nvSpPr>
          <p:cNvPr id="13" name="Caption 23pt"/>
          <p:cNvSpPr txBox="1"/>
          <p:nvPr/>
        </p:nvSpPr>
        <p:spPr>
          <a:xfrm>
            <a:off x="8686800" y="4572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>
                <a:latin typeface="Arial"/>
              </a:rPr>
              <a:t>Hd</a:t>
            </a:r>
          </a:p>
        </p:txBody>
      </p:sp>
      <p:sp>
        <p:nvSpPr>
          <p:cNvPr id="14" name="Caption 29pt"/>
          <p:cNvSpPr txBox="1"/>
          <p:nvPr/>
        </p:nvSpPr>
        <p:spPr>
          <a:xfrm>
            <a:off x="457200" y="34290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900">
                <a:latin typeface="Arial"/>
              </a:rPr>
              <a:t>He</a:t>
            </a:r>
          </a:p>
        </p:txBody>
      </p:sp>
      <p:sp>
        <p:nvSpPr>
          <p:cNvPr id="15" name="Caption 37pt"/>
          <p:cNvSpPr txBox="1"/>
          <p:nvPr/>
        </p:nvSpPr>
        <p:spPr>
          <a:xfrm>
            <a:off x="3200400" y="34290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>
                <a:latin typeface="Arial"/>
              </a:rPr>
              <a:t>Hf</a:t>
            </a:r>
          </a:p>
        </p:txBody>
      </p:sp>
      <p:sp>
        <p:nvSpPr>
          <p:cNvPr id="16" name="Caption 43pt"/>
          <p:cNvSpPr txBox="1"/>
          <p:nvPr/>
        </p:nvSpPr>
        <p:spPr>
          <a:xfrm>
            <a:off x="5943600" y="34290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00">
                <a:latin typeface="Arial"/>
              </a:rPr>
              <a:t>Hg</a:t>
            </a:r>
          </a:p>
        </p:txBody>
      </p:sp>
      <p:sp>
        <p:nvSpPr>
          <p:cNvPr id="17" name="Caption 53pt"/>
          <p:cNvSpPr txBox="1"/>
          <p:nvPr/>
        </p:nvSpPr>
        <p:spPr>
          <a:xfrm>
            <a:off x="8686800" y="3429000"/>
            <a:ext cx="2286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lvl1pPr marL="0" indent="0">
              <a:defRPr>
                <a:latin typeface="Arial" pitchFamily="34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300">
                <a:latin typeface="Arial"/>
              </a:rPr>
              <a:t>Hh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