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920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ntered wrapped title"/>
          <p:cNvSpPr txBox="1"/>
          <p:nvPr/>
        </p:nvSpPr>
        <p:spPr>
          <a:xfrm>
            <a:off x="3352800" y="274320"/>
            <a:ext cx="5486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600" b="1">
                <a:latin typeface="Arial"/>
              </a:rPr>
              <a:t>A centered title retains size without autofit</a:t>
            </a:r>
            <a:endParaRPr lang="en-US" sz="260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1048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PowerPoint</Application>
  <PresentationFormat>On-screen Show (4:3)</PresentationFormat>
  <Slides>1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>
  <dc:title>office2pdf synthetic PPTX regression fixture</dc:title>
  <dc:creator>office2pdf tests</dc:creator>
  <cp:lastModifiedBy>office2pdf tests</cp:lastModifiedBy>
  <cp:revision>1</cp:revision>
</cp:coreProperties>
</file>