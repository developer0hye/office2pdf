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values with initial-letter medallions.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Donut chart: market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Solutions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 for partners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Value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83080" y="1737360"/>
            <a:ext cx="1280160" cy="12801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1783080" y="17373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quality, measure fidelity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0" y="1737360"/>
            <a:ext cx="1280160" cy="12801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7373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80560" y="3657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feedback, shared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1737360"/>
            <a:ext cx="1280160" cy="12801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17373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3816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38160" y="3657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document is the spec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7EFF2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across 4 offices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7EFF2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805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customers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7EFF2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381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(segment)</a:t>
            </a:r>
            <a:endParaRPr lang="en-US" sz="1250" dirty="0"/>
          </a:p>
        </p:txBody>
      </p:sp>
      <p:pic>
        <p:nvPicPr>
          <p:cNvPr id="12" name="Image 0" descr="/tmp/work/assets/donut_market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4114800"/>
            <a:ext cx="4206240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