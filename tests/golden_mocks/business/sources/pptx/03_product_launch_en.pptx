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Chevron = milestone. Public launch highlighted.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CVR by channel from June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2.0 Launch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briefing — internal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Timeline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2514600" cy="1188720"/>
          </a:xfrm>
          <a:prstGeom prst="chevron">
            <a:avLst/>
          </a:prstGeom>
          <a:solidFill>
            <a:srgbClr val="CFE3E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4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freeze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4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20440" y="2743200"/>
            <a:ext cx="2514600" cy="1188720"/>
          </a:xfrm>
          <a:prstGeom prst="chevron">
            <a:avLst/>
          </a:prstGeom>
          <a:solidFill>
            <a:srgbClr val="CFE3EC"/>
          </a:solidFill>
          <a:ln/>
        </p:spPr>
      </p:sp>
      <p:sp>
        <p:nvSpPr>
          <p:cNvPr id="6" name="Text 4"/>
          <p:cNvSpPr/>
          <p:nvPr/>
        </p:nvSpPr>
        <p:spPr>
          <a:xfrm>
            <a:off x="3520440" y="27432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4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embargo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4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17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743200"/>
            <a:ext cx="2514600" cy="1188720"/>
          </a:xfrm>
          <a:prstGeom prst="chevron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27432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15400" y="2743200"/>
            <a:ext cx="2514600" cy="1188720"/>
          </a:xfrm>
          <a:prstGeom prst="chevron">
            <a:avLst/>
          </a:prstGeom>
          <a:solidFill>
            <a:srgbClr val="CFE3EC"/>
          </a:solidFill>
          <a:ln/>
        </p:spPr>
      </p:sp>
      <p:sp>
        <p:nvSpPr>
          <p:cNvPr id="10" name="Text 8"/>
          <p:cNvSpPr/>
          <p:nvPr/>
        </p:nvSpPr>
        <p:spPr>
          <a:xfrm>
            <a:off x="8915400" y="27432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4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webinar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4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unchanged at launch; usage-based tier ships in October.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hands demo on Aug 20 — recording will be shared.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3200" dirty="0"/>
          </a:p>
        </p:txBody>
      </p:sp>
      <p:pic>
        <p:nvPicPr>
          <p:cNvPr id="3" name="Image 0" descr="/tmp/work/assets/bar_campaign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6309360" cy="315468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7498080" y="182880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remains the highest-converting channel (3.1% CVR).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retargeting paused pending creative refresh.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budget +20% for launch week.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2026-07-17T15:12:10Z</dcterms:created>
  <dcterms:modified xsi:type="dcterms:W3CDTF">2026-07-17T15:12:10Z</dcterms:modified>
</cp:coreProperties>
</file>