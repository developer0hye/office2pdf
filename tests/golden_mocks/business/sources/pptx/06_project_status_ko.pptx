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신호등 상태 셀: 초록/노랑/빨강. 증원 의사결정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ERP 전환 프로젝트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E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운영위원회 보고 · 12주차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E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2026. 7. 17.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워크스트림별 현황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45920"/>
          <a:ext cx="10515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463040"/>
                <a:gridCol w="521208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워크스트림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진척률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금주 주요 이슈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4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재무(FI/CO)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4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68%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1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4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결산 병행 테스트 통과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4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공급망(SCM)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4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54%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024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9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4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레거시 재고 데이터 정합성 이슈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4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인사(HR)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4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71%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1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4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급여 이관 검증 완료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4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이관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4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39%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4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원천 시스템 API 처리량 한계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 요청: 데이터 이관 전담 인력 2명 증원 (8월 한시)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2026-07-17T15:12:10Z</dcterms:created>
  <dcterms:modified xsi:type="dcterms:W3CDTF">2026-07-17T15:12:10Z</dcterms:modified>
</cp:coreProperties>
</file>