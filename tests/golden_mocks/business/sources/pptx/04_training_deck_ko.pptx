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2단계 목차. 하위 항목은 들여쓰기 불릿.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퀴즈로 참여 유도. 정답: 안 된다(등급 분류 위반).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신입사원 보안 교육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E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정보보호팀 · 필수 이수 과정 (1시간)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E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하반기 정기 교육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다룰 내용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계정과 인증</a:t>
            </a:r>
            <a:endParaRPr lang="en-US" sz="17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패스워드 관리 원칙과 다단계 인증(MFA)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취급</a:t>
            </a:r>
            <a:endParaRPr lang="en-US" sz="17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등급 분류와 외부 공유 절차</a:t>
            </a:r>
            <a:endParaRPr lang="en-US" sz="17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처리 시 유의사항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대응</a:t>
            </a:r>
            <a:endParaRPr lang="en-US" sz="1700" dirty="0"/>
          </a:p>
          <a:p>
            <a:pPr lvl="1" marL="685800" indent="-342900">
              <a:buSzPct val="100000"/>
              <a:buChar char="•"/>
            </a:pPr>
            <a:r>
              <a:rPr lang="en-US" sz="17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피싱 의심 메일 신고 절차 (조치 아님, 신고 먼저)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패스워드 관리 원칙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19456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EFF5E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4231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16자 이상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패스프레이즈 권장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80560" y="219456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EFF5E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80560" y="24231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 금지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48056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서비스별 고유 암호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219456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EFF5E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38160" y="24231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MFA 필수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13816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사내 시스템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F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퀴즈: "회사 노트북에서 개인 클라우드에 업무 문서를 올려도 된다?" — 정답은 다음 슬라이드에서.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2026-07-17T15:12:10Z</dcterms:created>
  <dcterms:modified xsi:type="dcterms:W3CDTF">2026-07-17T15:12:10Z</dcterms:modified>
</cp:coreProperties>
</file>