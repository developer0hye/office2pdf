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4분기 63.8억으로 연중 최고치. 신규 엔터프라이즈 계약 3건 효과.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컨설팅 역성장은 채용 지연 영향, 1분기 회복 전망.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4분기 실적 보고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경영 회의 · 대외비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매출 추이</a:t>
            </a:r>
            <a:endParaRPr lang="en-US" sz="3200" dirty="0"/>
          </a:p>
        </p:txBody>
      </p:sp>
      <p:pic>
        <p:nvPicPr>
          <p:cNvPr id="3" name="Image 0" descr="/tmp/work/assets/bar_revenue_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766560" cy="33832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046720" y="164592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+24.6%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04672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 매출 전분기 대비 성장률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사업부별 실적 요약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645920"/>
                <a:gridCol w="210312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매출(억)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1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계약 3건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1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컨설팅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 수급 이슈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영업이익률은 본사 공통비 배부 후 기준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