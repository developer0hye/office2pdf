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Center tier visually emphasized (inverted colors).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for Northwind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automation platform — commercial offer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through August 31,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Options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3200400" cy="420624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$490/mo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32918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 conversions/mo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support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 SLA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645920"/>
            <a:ext cx="3200400" cy="42062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0560" y="2331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$1,490/mo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32918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250K conversions/mo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 (8×5)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 SLA + SSO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645920"/>
            <a:ext cx="3200400" cy="420624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38160" y="2331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412480" y="32918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volume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TAM, 24×7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 SLA + VPC deploy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Growth (center) based on your June volume of 180K conversions.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2026-07-17T15:12:10Z</dcterms:created>
  <dcterms:modified xsi:type="dcterms:W3CDTF">2026-07-17T15:12:10Z</dcterms:modified>
</cp:coreProperties>
</file>