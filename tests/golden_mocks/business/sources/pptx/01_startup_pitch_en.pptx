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Pain: heavyweight toolchains. Anchor with the 40M/day stat.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MAU chart bottom center; growth driven by self-serve.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Renderly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Documents to pixel-perfect PDFs — in milliseconds, anywhere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8DE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·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22960" y="1554480"/>
            <a:ext cx="65836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Server-side document conversion still depends on LibreOffice or headless browsers — heavy, slow, and fragile.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Enterprises convert 40M+ documents daily for archiving, e-signing, and compliance.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dirty="0">
                <a:solidFill>
                  <a:srgbClr val="2024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Fidelity failures (broken tables, swapped fonts) create legal and brand risk.</a:t>
            </a:r>
            <a:endParaRPr lang="en-US" sz="1700" dirty="0"/>
          </a:p>
        </p:txBody>
      </p:sp>
      <p:pic>
        <p:nvPicPr>
          <p:cNvPr id="4" name="Image 0" descr="/tmp/work/assets/abstract_growt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737360"/>
            <a:ext cx="3657600" cy="2057400"/>
          </a:xfrm>
          <a:prstGeom prst="rect">
            <a:avLst/>
          </a:prstGeom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8229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2,300+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tenants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4805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805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4805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ARR, +19% MoM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0" y="2194560"/>
            <a:ext cx="3200400" cy="1737360"/>
          </a:xfrm>
          <a:prstGeom prst="roundRect">
            <a:avLst>
              <a:gd name="adj" fmla="val 6316"/>
            </a:avLst>
          </a:prstGeom>
          <a:solidFill>
            <a:srgbClr val="F2F5FB"/>
          </a:solidFill>
          <a:ln/>
          <a:effectLst>
            <a:outerShdw sx="100000" sy="100000" kx="0" ky="0" algn="bl" rotWithShape="0" blurRad="114300" dist="38100" dir="5400000">
              <a:srgbClr val="000000">
                <a:alpha val="2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138160" y="242316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99.98%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138160" y="3246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5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 success rate</a:t>
            </a:r>
            <a:endParaRPr lang="en-US" sz="1250" dirty="0"/>
          </a:p>
        </p:txBody>
      </p:sp>
      <p:pic>
        <p:nvPicPr>
          <p:cNvPr id="12" name="Image 0" descr="/tmp/work/assets/line_mau_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34640" y="4206240"/>
            <a:ext cx="493776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2026-07-17T15:12:10Z</dcterms:created>
  <dcterms:modified xsi:type="dcterms:W3CDTF">2026-07-17T15:12:10Z</dcterms:modified>
</cp:coreProperties>
</file>