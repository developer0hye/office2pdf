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카드: 흔한 오해. 오른쪽: 강의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08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통계학 입문 6강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가설검정의 논리 — p-값을 오해하지 않는 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080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질문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E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p-값이 0.03이라는 것은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"귀무가설이 참일 확률이 3%"라는 뜻인가?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아니다. p-값은 귀무가설이 참이라는 가정 아래, 관측된 것 이상으로 극단적인 데이터가 나올 확률이다.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배울 것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귀무가설과 대립가설 설정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1종/2종 오류와 유의수준의 의미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검정력과 표본 크기의 관계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비교 문제 맛보기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