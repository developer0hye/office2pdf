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the skip-and-warn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OOXML in Rust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from converting 40M documents a month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RustConf 2026 · Jamie Parker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80/20 of DOCX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elements dominate real documents: paragraphs, runs, tables, numbering.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tail (SmartArt, OMML, VML) is where parsers go to die.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core, degrade gracefully on the tail — and log everything you skip.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160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element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b"w:p" =&gt; blocks.push(parse_paragraph(r)?),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b"w:tbl" =&gt; blocks.push(parse_table(r)?),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other =&gt; warn!(?other, "skipped unsupported element"),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