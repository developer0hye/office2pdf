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 improvement from email + lifecycle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Reallocation proposal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2026 Marketing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spend, and learnings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· Growth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$412K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(-3% vs plan)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18,200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MQLs (+31% YoY)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381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CAC, -18%</a:t>
            </a:r>
            <a:endParaRPr lang="en-US" sz="1250" dirty="0"/>
          </a:p>
        </p:txBody>
      </p:sp>
      <p:pic>
        <p:nvPicPr>
          <p:cNvPr id="12" name="Image 0" descr="/tmp/work/assets/bar_campaign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1148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Webinar-sourced leads close 2.1× faster than paid social.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landing pages (DE/KR/JP) lifted signup conversion 14%.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search volume doubled after the v2 launch — protect the term.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shift 15% of display budget into partner co-marketing.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